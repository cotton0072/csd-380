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5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57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4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2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53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7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84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5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96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51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5293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0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49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51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65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91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446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Technology Value Stream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Will Cotton</a:t>
            </a:r>
          </a:p>
          <a:p>
            <a:r>
              <a:t>June 2026</a:t>
            </a:r>
          </a:p>
          <a:p>
            <a:r>
              <a:t>Module 1 – Technology Value Stream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Technology Value Stream?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The sequence of activities that turn an idea into working, deployed software</a:t>
            </a:r>
          </a:p>
          <a:p>
            <a:r>
              <a:t>• Includes planning, development, testing, deployment, and operations</a:t>
            </a:r>
          </a:p>
          <a:p>
            <a:r>
              <a:t>• Helps teams identify delays, bottlenecks, and inefficiencies</a:t>
            </a:r>
          </a:p>
          <a:p>
            <a:r>
              <a:t>• Core DevOps concept for improving flow and delivery speed</a:t>
            </a:r>
          </a:p>
          <a:p>
            <a:endParaRPr/>
          </a:p>
          <a:p>
            <a:r>
              <a:t>Citation: DevOps Handbook (Kortext)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Time vs. Processing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Lead Time</a:t>
            </a:r>
          </a:p>
          <a:p>
            <a:r>
              <a:t>• Total time from when work is requested until it is delivered</a:t>
            </a:r>
          </a:p>
          <a:p>
            <a:r>
              <a:t>• Includes waiting, handoffs, approvals, and delays</a:t>
            </a:r>
          </a:p>
          <a:p>
            <a:endParaRPr/>
          </a:p>
          <a:p>
            <a:r>
              <a:t>Processing Time</a:t>
            </a:r>
          </a:p>
          <a:p>
            <a:r>
              <a:t>• Time spent actively working on the task</a:t>
            </a:r>
          </a:p>
          <a:p>
            <a:r>
              <a:t>• Usually a small portion of total lead time</a:t>
            </a:r>
          </a:p>
          <a:p>
            <a:endParaRPr/>
          </a:p>
          <a:p>
            <a:r>
              <a:t>Citation: DevOps Handbook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Lead Time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Most organizations discover that most delays come from waiting, not working</a:t>
            </a:r>
          </a:p>
          <a:p>
            <a:r>
              <a:t>• Low flow efficiency is common (often under 15%)</a:t>
            </a:r>
          </a:p>
          <a:p>
            <a:r>
              <a:t>• Reducing lead time improves quality, speed, and customer satisfaction</a:t>
            </a:r>
          </a:p>
          <a:p>
            <a:endParaRPr/>
          </a:p>
          <a:p>
            <a:r>
              <a:t>Citation: DevOps Handbook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The Common Scenario: Deployment Lead Times of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• Traditional IT organizations deploy quarterly or annually</a:t>
            </a:r>
          </a:p>
          <a:p>
            <a:r>
              <a:t>• Manual testing, long approval chains, and siloed teams slow everything down</a:t>
            </a:r>
          </a:p>
          <a:p>
            <a:r>
              <a:t>• High-risk, large-batch releases increase failure rates</a:t>
            </a:r>
          </a:p>
          <a:p>
            <a:r>
              <a:t>• Long lead times delay feedback and reduce agility</a:t>
            </a:r>
          </a:p>
          <a:p>
            <a:endParaRPr/>
          </a:p>
          <a:p>
            <a:r>
              <a:t>Citation: DevOps Handbook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Ideal: Deployment Lead Times of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• High-performing DevOps teams deploy multiple times per day</a:t>
            </a:r>
          </a:p>
          <a:p>
            <a:r>
              <a:t>• Automation removes manual gates and reduces risk</a:t>
            </a:r>
          </a:p>
          <a:p>
            <a:r>
              <a:t>• CI/CD pipelines enable rapid, reliable flow</a:t>
            </a:r>
          </a:p>
          <a:p>
            <a:r>
              <a:t>• Small, frequent changes reduce failures and speed recovery</a:t>
            </a:r>
          </a:p>
          <a:p>
            <a:endParaRPr/>
          </a:p>
          <a:p>
            <a:r>
              <a:t>Citation: DevOps Handbook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478763"/>
          </a:xfrm>
        </p:spPr>
        <p:txBody>
          <a:bodyPr>
            <a:normAutofit fontScale="90000"/>
          </a:bodyPr>
          <a:lstStyle/>
          <a:p>
            <a:r>
              <a:rPr sz="3600" dirty="0"/>
              <a:t>Graphic Slide: Example Value Stream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371600"/>
            <a:ext cx="10058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Idea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20" y="164592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280160" y="1371600"/>
            <a:ext cx="10058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164592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1371600"/>
            <a:ext cx="10058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164592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371600"/>
            <a:ext cx="10058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80560" y="164592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1371600"/>
            <a:ext cx="10058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Staging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164592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69280" y="1371600"/>
            <a:ext cx="10058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Approval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0" y="164592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66559" y="1371600"/>
            <a:ext cx="10058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Deploy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399" y="164592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63840" y="1371600"/>
            <a:ext cx="10058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Processing Time: 6.5 Hours</a:t>
            </a:r>
          </a:p>
          <a:p>
            <a:r>
              <a:t>Wait Time: 41.5 Hours</a:t>
            </a:r>
          </a:p>
          <a:p>
            <a:r>
              <a:t>Flow Efficiency: 13.5%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DevOps Improves the Value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Automates testing, deployments, and environment setup</a:t>
            </a:r>
          </a:p>
          <a:p>
            <a:r>
              <a:t>• Reduces handoffs and approval delays</a:t>
            </a:r>
          </a:p>
          <a:p>
            <a:r>
              <a:t>• Encourages small batch sizes and rapid feedback</a:t>
            </a:r>
          </a:p>
          <a:p>
            <a:r>
              <a:t>• Uses metrics like lead time, deployment frequency, and MTTR</a:t>
            </a:r>
          </a:p>
          <a:p>
            <a:endParaRPr/>
          </a:p>
          <a:p>
            <a:r>
              <a:t>Citation: DevOps Handbook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Lead time is the most important measure of flow</a:t>
            </a:r>
          </a:p>
          <a:p>
            <a:r>
              <a:t>• Most delays come from waiting, not working</a:t>
            </a:r>
          </a:p>
          <a:p>
            <a:r>
              <a:t>• DevOps practices dramatically reduce lead time</a:t>
            </a:r>
          </a:p>
          <a:p>
            <a:r>
              <a:t>• Goal: move from months → minutes through automation and continuous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</a:t>
            </a:r>
            <a:r>
              <a:rPr lang="en-US" b="1" dirty="0"/>
              <a:t>Kim, G., Humble, J., Debois, P., &amp; Willis, J. (2023).</a:t>
            </a:r>
            <a:r>
              <a:rPr lang="en-US" dirty="0"/>
              <a:t> </a:t>
            </a:r>
            <a:r>
              <a:rPr lang="en-US" i="1" dirty="0"/>
              <a:t>The DevOps Handbook: How to create world‑class agility, reliability, &amp; security in technology organizations</a:t>
            </a:r>
            <a:r>
              <a:rPr lang="en-US" dirty="0"/>
              <a:t> (2nd ed.). Simon &amp; Schuster. Featuring new material by Nicole Forsgren, PhD.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</TotalTime>
  <Words>429</Words>
  <Application>Microsoft Office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The Technology Value Stream</vt:lpstr>
      <vt:lpstr>What Is the Technology Value Stream?</vt:lpstr>
      <vt:lpstr>Lead Time vs. Processing Time</vt:lpstr>
      <vt:lpstr>Why Lead Time Matters</vt:lpstr>
      <vt:lpstr>The Common Scenario: Deployment Lead Times of Months</vt:lpstr>
      <vt:lpstr>DevOps Ideal: Deployment Lead Times of Minutes</vt:lpstr>
      <vt:lpstr>Graphic Slide: Example Value Stream Map</vt:lpstr>
      <vt:lpstr>How DevOps Improves the Value Stream</vt:lpstr>
      <vt:lpstr>Key Takeaways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Mitchel Cotton</cp:lastModifiedBy>
  <cp:revision>2</cp:revision>
  <dcterms:created xsi:type="dcterms:W3CDTF">2013-01-27T09:14:16Z</dcterms:created>
  <dcterms:modified xsi:type="dcterms:W3CDTF">2026-06-06T04:03:32Z</dcterms:modified>
  <cp:category/>
</cp:coreProperties>
</file>